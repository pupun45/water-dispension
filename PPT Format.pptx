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3"/>
  </p:notesMasterIdLst>
  <p:sldIdLst>
    <p:sldId id="256" r:id="rId2"/>
    <p:sldId id="284" r:id="rId3"/>
    <p:sldId id="275" r:id="rId4"/>
    <p:sldId id="276" r:id="rId5"/>
    <p:sldId id="277" r:id="rId6"/>
    <p:sldId id="278" r:id="rId7"/>
    <p:sldId id="279" r:id="rId8"/>
    <p:sldId id="280" r:id="rId9"/>
    <p:sldId id="281" r:id="rId10"/>
    <p:sldId id="283" r:id="rId11"/>
    <p:sldId id="2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666FE9-EFD2-48E1-98ED-5FF8FD3E440A}" type="datetimeFigureOut">
              <a:rPr lang="en-IN" smtClean="0"/>
              <a:t>23-03-2026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FB02C6-554A-4D74-A917-FAE5FBF8F044}" type="slidenum">
              <a:rPr lang="en-IN" smtClean="0"/>
              <a:t>‹#›</a:t>
            </a:fld>
            <a:endParaRPr lang="en-IN"/>
          </a:p>
        </p:txBody>
      </p:sp>
    </p:spTree>
    <p:extLst>
      <p:ext uri="{BB962C8B-B14F-4D97-AF65-F5344CB8AC3E}">
        <p14:creationId xmlns:p14="http://schemas.microsoft.com/office/powerpoint/2010/main" val="4216620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4"/>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IN"/>
              <a:t>Name &amp; Department</a:t>
            </a:r>
            <a:endParaRPr lang="en-IN" dirty="0"/>
          </a:p>
        </p:txBody>
      </p:sp>
      <p:sp>
        <p:nvSpPr>
          <p:cNvPr id="6" name="Slide Number Placeholder 5"/>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361419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Name &amp; Department</a:t>
            </a:r>
          </a:p>
        </p:txBody>
      </p:sp>
      <p:sp>
        <p:nvSpPr>
          <p:cNvPr id="6" name="Slide Number Placeholder 5"/>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1429119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9"/>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Name &amp; Department</a:t>
            </a:r>
          </a:p>
        </p:txBody>
      </p:sp>
      <p:sp>
        <p:nvSpPr>
          <p:cNvPr id="6" name="Slide Number Placeholder 5"/>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3936115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128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82296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a:t>Name &amp; Department</a:t>
            </a:r>
          </a:p>
        </p:txBody>
      </p:sp>
      <p:sp>
        <p:nvSpPr>
          <p:cNvPr id="7" name="Slide Number Placeholder 6"/>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3885028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73"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r>
              <a:rPr lang="en-IN"/>
              <a:t>Name &amp; Department</a:t>
            </a:r>
          </a:p>
        </p:txBody>
      </p:sp>
      <p:sp>
        <p:nvSpPr>
          <p:cNvPr id="9" name="Slide Number Placeholder 8"/>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3441861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r>
              <a:rPr lang="en-IN"/>
              <a:t>Name &amp; Department</a:t>
            </a:r>
          </a:p>
        </p:txBody>
      </p:sp>
      <p:sp>
        <p:nvSpPr>
          <p:cNvPr id="5" name="Slide Number Placeholder 4"/>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2831969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r>
              <a:rPr lang="en-IN"/>
              <a:t>Name &amp; Department</a:t>
            </a:r>
          </a:p>
        </p:txBody>
      </p:sp>
      <p:sp>
        <p:nvSpPr>
          <p:cNvPr id="4" name="Slide Number Placeholder 3"/>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2773101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9"/>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a:t>Name &amp; Department</a:t>
            </a:r>
          </a:p>
        </p:txBody>
      </p:sp>
      <p:sp>
        <p:nvSpPr>
          <p:cNvPr id="7" name="Slide Number Placeholder 6"/>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1113431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a:t>Name &amp; Department</a:t>
            </a:r>
          </a:p>
        </p:txBody>
      </p:sp>
      <p:sp>
        <p:nvSpPr>
          <p:cNvPr id="7" name="Slide Number Placeholder 6"/>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3902049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Name &amp; Department</a:t>
            </a:r>
          </a:p>
        </p:txBody>
      </p:sp>
      <p:sp>
        <p:nvSpPr>
          <p:cNvPr id="6" name="Slide Number Placeholder 5"/>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298866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7"/>
            <a:ext cx="36576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12800" y="274647"/>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a:t>Name &amp; Department</a:t>
            </a:r>
          </a:p>
        </p:txBody>
      </p:sp>
      <p:sp>
        <p:nvSpPr>
          <p:cNvPr id="6" name="Slide Number Placeholder 5"/>
          <p:cNvSpPr>
            <a:spLocks noGrp="1"/>
          </p:cNvSpPr>
          <p:nvPr>
            <p:ph type="sldNum" sz="quarter" idx="12"/>
          </p:nvPr>
        </p:nvSpPr>
        <p:spPr/>
        <p:txBody>
          <a:bodyPr/>
          <a:lstStyle/>
          <a:p>
            <a:fld id="{886C7E85-9E79-4D8F-BA90-6BC7C66F7512}" type="slidenum">
              <a:rPr lang="en-IN" smtClean="0"/>
              <a:t>‹#›</a:t>
            </a:fld>
            <a:endParaRPr lang="en-IN"/>
          </a:p>
        </p:txBody>
      </p:sp>
    </p:spTree>
    <p:extLst>
      <p:ext uri="{BB962C8B-B14F-4D97-AF65-F5344CB8AC3E}">
        <p14:creationId xmlns:p14="http://schemas.microsoft.com/office/powerpoint/2010/main" val="2931702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9"/>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p>
        </p:txBody>
      </p:sp>
      <p:sp>
        <p:nvSpPr>
          <p:cNvPr id="5" name="Footer Placeholder 4"/>
          <p:cNvSpPr>
            <a:spLocks noGrp="1"/>
          </p:cNvSpPr>
          <p:nvPr>
            <p:ph type="ftr" sz="quarter" idx="3"/>
          </p:nvPr>
        </p:nvSpPr>
        <p:spPr>
          <a:xfrm>
            <a:off x="4165600" y="6356359"/>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Name &amp; Department</a:t>
            </a:r>
            <a:endParaRPr lang="en-IN" dirty="0"/>
          </a:p>
        </p:txBody>
      </p:sp>
      <p:sp>
        <p:nvSpPr>
          <p:cNvPr id="6" name="Slide Number Placeholder 5"/>
          <p:cNvSpPr>
            <a:spLocks noGrp="1"/>
          </p:cNvSpPr>
          <p:nvPr>
            <p:ph type="sldNum" sz="quarter" idx="4"/>
          </p:nvPr>
        </p:nvSpPr>
        <p:spPr>
          <a:xfrm>
            <a:off x="8737600" y="6356359"/>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6C7E85-9E79-4D8F-BA90-6BC7C66F7512}" type="slidenum">
              <a:rPr lang="en-IN" smtClean="0"/>
              <a:t>‹#›</a:t>
            </a:fld>
            <a:endParaRPr lang="en-IN"/>
          </a:p>
        </p:txBody>
      </p:sp>
      <p:pic>
        <p:nvPicPr>
          <p:cNvPr id="7" name="Picture 2" descr="Gandhi Institute for Technology - (GIFT), Bhubaneswar | 2023 ...">
            <a:extLst>
              <a:ext uri="{FF2B5EF4-FFF2-40B4-BE49-F238E27FC236}">
                <a16:creationId xmlns:a16="http://schemas.microsoft.com/office/drawing/2014/main" id="{20774210-B2E8-167A-1EE1-DFFE86DDBD8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tretch>
            <a:fillRect/>
          </a:stretch>
        </p:blipFill>
        <p:spPr bwMode="auto">
          <a:xfrm>
            <a:off x="11394832" y="4"/>
            <a:ext cx="799179" cy="726831"/>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1">
            <a:extLst>
              <a:ext uri="{FF2B5EF4-FFF2-40B4-BE49-F238E27FC236}">
                <a16:creationId xmlns:a16="http://schemas.microsoft.com/office/drawing/2014/main" id="{3E7DC5E9-709B-F26A-C739-B798C7D67C4B}"/>
              </a:ext>
            </a:extLst>
          </p:cNvPr>
          <p:cNvSpPr txBox="1">
            <a:spLocks/>
          </p:cNvSpPr>
          <p:nvPr userDrawn="1"/>
        </p:nvSpPr>
        <p:spPr>
          <a:xfrm>
            <a:off x="541492" y="6356354"/>
            <a:ext cx="4411509"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895039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andhi Institute for Technology - (GIFT), Bhubaneswar | 2023 ...">
            <a:extLst>
              <a:ext uri="{FF2B5EF4-FFF2-40B4-BE49-F238E27FC236}">
                <a16:creationId xmlns:a16="http://schemas.microsoft.com/office/drawing/2014/main" id="{20774210-B2E8-167A-1EE1-DFFE86DDBD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1118535" y="3"/>
            <a:ext cx="1075476" cy="97297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524000" y="1122363"/>
            <a:ext cx="9144000" cy="952622"/>
          </a:xfrm>
        </p:spPr>
        <p:txBody>
          <a:bodyPr/>
          <a:lstStyle/>
          <a:p>
            <a:r>
              <a:rPr lang="en-US"/>
              <a:t>WATER DISPENSION SYSTEM</a:t>
            </a:r>
            <a:endParaRPr lang="en-US" dirty="0"/>
          </a:p>
        </p:txBody>
      </p:sp>
      <p:sp>
        <p:nvSpPr>
          <p:cNvPr id="3" name="Subtitle 2"/>
          <p:cNvSpPr>
            <a:spLocks noGrp="1"/>
          </p:cNvSpPr>
          <p:nvPr>
            <p:ph type="subTitle" idx="1"/>
          </p:nvPr>
        </p:nvSpPr>
        <p:spPr>
          <a:xfrm>
            <a:off x="3188243" y="2850204"/>
            <a:ext cx="5815514" cy="2727251"/>
          </a:xfrm>
        </p:spPr>
        <p:txBody>
          <a:bodyPr>
            <a:noAutofit/>
          </a:bodyPr>
          <a:lstStyle/>
          <a:p>
            <a:pPr algn="l" defTabSz="667512">
              <a:lnSpc>
                <a:spcPct val="100000"/>
              </a:lnSpc>
              <a:spcAft>
                <a:spcPts val="600"/>
              </a:spcAft>
            </a:pPr>
            <a:r>
              <a:rPr lang="en-IN" sz="2000" b="1" dirty="0"/>
              <a:t>SUBMITTED BY:-Jyoti Ranjan Behera</a:t>
            </a:r>
          </a:p>
          <a:p>
            <a:pPr algn="l" defTabSz="667512">
              <a:lnSpc>
                <a:spcPct val="100000"/>
              </a:lnSpc>
              <a:spcAft>
                <a:spcPts val="600"/>
              </a:spcAft>
            </a:pPr>
            <a:r>
              <a:rPr lang="en-IN" sz="2000" b="1" dirty="0"/>
              <a:t>BRANCH:- MCA (4</a:t>
            </a:r>
            <a:r>
              <a:rPr lang="en-IN" sz="2000" b="1" baseline="30000" dirty="0"/>
              <a:t>th</a:t>
            </a:r>
            <a:r>
              <a:rPr lang="en-IN" sz="2000" b="1" dirty="0"/>
              <a:t> Sem)</a:t>
            </a:r>
          </a:p>
          <a:p>
            <a:pPr algn="l" defTabSz="667512">
              <a:lnSpc>
                <a:spcPct val="100000"/>
              </a:lnSpc>
              <a:spcAft>
                <a:spcPts val="600"/>
              </a:spcAft>
            </a:pPr>
            <a:r>
              <a:rPr lang="en-IN" sz="2000" b="1" dirty="0"/>
              <a:t>SECTION:-</a:t>
            </a:r>
          </a:p>
          <a:p>
            <a:pPr algn="l" defTabSz="667512">
              <a:lnSpc>
                <a:spcPct val="100000"/>
              </a:lnSpc>
              <a:spcAft>
                <a:spcPts val="600"/>
              </a:spcAft>
            </a:pPr>
            <a:r>
              <a:rPr lang="en-IN" sz="2000" b="1" dirty="0"/>
              <a:t>REGD NO:- 2405432035</a:t>
            </a:r>
          </a:p>
          <a:p>
            <a:pPr algn="l" defTabSz="667512">
              <a:lnSpc>
                <a:spcPct val="100000"/>
              </a:lnSpc>
              <a:spcAft>
                <a:spcPts val="600"/>
              </a:spcAft>
            </a:pPr>
            <a:r>
              <a:rPr lang="en-IN" sz="2000" b="1" dirty="0"/>
              <a:t>ORGANIZATION:- </a:t>
            </a:r>
            <a:r>
              <a:rPr lang="en-IN" sz="2000" b="1" dirty="0" err="1"/>
              <a:t>Robogenisis</a:t>
            </a:r>
            <a:endParaRPr lang="en-IN" sz="2000" b="1" dirty="0"/>
          </a:p>
          <a:p>
            <a:pPr algn="l" defTabSz="667512">
              <a:lnSpc>
                <a:spcPct val="100000"/>
              </a:lnSpc>
              <a:spcAft>
                <a:spcPts val="600"/>
              </a:spcAft>
            </a:pPr>
            <a:r>
              <a:rPr lang="en-IN" sz="2000" b="1" dirty="0"/>
              <a:t>NAME OF INTERNAL GUIDE:-Mukesh </a:t>
            </a:r>
            <a:r>
              <a:rPr lang="en-IN" sz="2000" b="1" dirty="0" err="1"/>
              <a:t>kumar</a:t>
            </a:r>
            <a:r>
              <a:rPr lang="en-IN" sz="2000" b="1" dirty="0"/>
              <a:t> </a:t>
            </a:r>
            <a:r>
              <a:rPr lang="en-IN" sz="2000" b="1" dirty="0" err="1"/>
              <a:t>singh</a:t>
            </a:r>
            <a:endParaRPr lang="en-IN" sz="2000" b="1" dirty="0"/>
          </a:p>
          <a:p>
            <a:endParaRPr lang="en-US" sz="1000" dirty="0"/>
          </a:p>
        </p:txBody>
      </p:sp>
    </p:spTree>
    <p:extLst>
      <p:ext uri="{BB962C8B-B14F-4D97-AF65-F5344CB8AC3E}">
        <p14:creationId xmlns:p14="http://schemas.microsoft.com/office/powerpoint/2010/main" val="1374297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63462731"/>
              </p:ext>
            </p:extLst>
          </p:nvPr>
        </p:nvGraphicFramePr>
        <p:xfrm>
          <a:off x="609600" y="1600200"/>
          <a:ext cx="10972800" cy="2397368"/>
        </p:xfrm>
        <a:graphic>
          <a:graphicData uri="http://schemas.openxmlformats.org/drawingml/2006/table">
            <a:tbl>
              <a:tblPr firstRow="1" bandRow="1">
                <a:tableStyleId>{5C22544A-7EE6-4342-B048-85BDC9FD1C3A}</a:tableStyleId>
              </a:tblPr>
              <a:tblGrid>
                <a:gridCol w="1688123">
                  <a:extLst>
                    <a:ext uri="{9D8B030D-6E8A-4147-A177-3AD203B41FA5}">
                      <a16:colId xmlns:a16="http://schemas.microsoft.com/office/drawing/2014/main" val="20000"/>
                    </a:ext>
                  </a:extLst>
                </a:gridCol>
                <a:gridCol w="7502769">
                  <a:extLst>
                    <a:ext uri="{9D8B030D-6E8A-4147-A177-3AD203B41FA5}">
                      <a16:colId xmlns:a16="http://schemas.microsoft.com/office/drawing/2014/main" val="20001"/>
                    </a:ext>
                  </a:extLst>
                </a:gridCol>
                <a:gridCol w="1781908">
                  <a:extLst>
                    <a:ext uri="{9D8B030D-6E8A-4147-A177-3AD203B41FA5}">
                      <a16:colId xmlns:a16="http://schemas.microsoft.com/office/drawing/2014/main" val="20002"/>
                    </a:ext>
                  </a:extLst>
                </a:gridCol>
              </a:tblGrid>
              <a:tr h="599342">
                <a:tc>
                  <a:txBody>
                    <a:bodyPr/>
                    <a:lstStyle/>
                    <a:p>
                      <a:pPr algn="ctr"/>
                      <a:r>
                        <a:rPr lang="en-US" dirty="0"/>
                        <a:t>SL NO</a:t>
                      </a:r>
                      <a:endParaRPr lang="en-IN" dirty="0"/>
                    </a:p>
                  </a:txBody>
                  <a:tcPr/>
                </a:tc>
                <a:tc>
                  <a:txBody>
                    <a:bodyPr/>
                    <a:lstStyle/>
                    <a:p>
                      <a:pPr algn="ctr"/>
                      <a:r>
                        <a:rPr lang="en-US" dirty="0"/>
                        <a:t>ACTIVITY</a:t>
                      </a:r>
                      <a:endParaRPr lang="en-IN" dirty="0"/>
                    </a:p>
                  </a:txBody>
                  <a:tcPr/>
                </a:tc>
                <a:tc>
                  <a:txBody>
                    <a:bodyPr/>
                    <a:lstStyle/>
                    <a:p>
                      <a:pPr algn="ctr"/>
                      <a:r>
                        <a:rPr lang="en-US" dirty="0"/>
                        <a:t>SLIDE NO.</a:t>
                      </a:r>
                      <a:endParaRPr lang="en-IN" dirty="0"/>
                    </a:p>
                  </a:txBody>
                  <a:tcPr/>
                </a:tc>
                <a:extLst>
                  <a:ext uri="{0D108BD9-81ED-4DB2-BD59-A6C34878D82A}">
                    <a16:rowId xmlns:a16="http://schemas.microsoft.com/office/drawing/2014/main" val="10000"/>
                  </a:ext>
                </a:extLst>
              </a:tr>
              <a:tr h="599342">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1"/>
                  </a:ext>
                </a:extLst>
              </a:tr>
              <a:tr h="599342">
                <a:tc>
                  <a:txBody>
                    <a:bodyPr/>
                    <a:lstStyle/>
                    <a:p>
                      <a:endParaRPr lang="en-IN"/>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10002"/>
                  </a:ext>
                </a:extLst>
              </a:tr>
              <a:tr h="599342">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r>
              <a:rPr lang="en-IN" dirty="0"/>
              <a:t>Name &amp; Department</a:t>
            </a:r>
          </a:p>
        </p:txBody>
      </p:sp>
      <p:sp>
        <p:nvSpPr>
          <p:cNvPr id="6" name="Slide Number Placeholder 5"/>
          <p:cNvSpPr>
            <a:spLocks noGrp="1"/>
          </p:cNvSpPr>
          <p:nvPr>
            <p:ph type="sldNum" sz="quarter" idx="12"/>
          </p:nvPr>
        </p:nvSpPr>
        <p:spPr/>
        <p:txBody>
          <a:bodyPr/>
          <a:lstStyle/>
          <a:p>
            <a:fld id="{886C7E85-9E79-4D8F-BA90-6BC7C66F7512}" type="slidenum">
              <a:rPr lang="en-IN" smtClean="0"/>
              <a:t>2</a:t>
            </a:fld>
            <a:endParaRPr lang="en-IN"/>
          </a:p>
        </p:txBody>
      </p:sp>
    </p:spTree>
    <p:extLst>
      <p:ext uri="{BB962C8B-B14F-4D97-AF65-F5344CB8AC3E}">
        <p14:creationId xmlns:p14="http://schemas.microsoft.com/office/powerpoint/2010/main" val="4082363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endParaRPr lang="en-IN" dirty="0"/>
          </a:p>
        </p:txBody>
      </p:sp>
      <p:sp>
        <p:nvSpPr>
          <p:cNvPr id="3" name="Content Placeholder 2"/>
          <p:cNvSpPr>
            <a:spLocks noGrp="1"/>
          </p:cNvSpPr>
          <p:nvPr>
            <p:ph idx="1"/>
          </p:nvPr>
        </p:nvSpPr>
        <p:spPr>
          <a:xfrm>
            <a:off x="621323" y="1436083"/>
            <a:ext cx="10972800" cy="4906102"/>
          </a:xfrm>
        </p:spPr>
        <p:style>
          <a:lnRef idx="2">
            <a:schemeClr val="dk1"/>
          </a:lnRef>
          <a:fillRef idx="1">
            <a:schemeClr val="lt1"/>
          </a:fillRef>
          <a:effectRef idx="0">
            <a:schemeClr val="dk1"/>
          </a:effectRef>
          <a:fontRef idx="minor">
            <a:schemeClr val="dk1"/>
          </a:fontRef>
        </p:style>
        <p:txBody>
          <a:bodyPr/>
          <a:lstStyle/>
          <a:p>
            <a:r>
              <a:rPr lang="en-US"/>
              <a:t>The rapid growth of urbanization has increased the demand for accessible and clean drinking water. Traditional methods face challenges like inefficient payment and lack of tracking. This project modernizes water distribution through a smart management and billing system.</a:t>
            </a:r>
            <a:endParaRPr lang="en-IN" dirty="0"/>
          </a:p>
        </p:txBody>
      </p:sp>
      <p:sp>
        <p:nvSpPr>
          <p:cNvPr id="4" name="Footer Placeholder 3"/>
          <p:cNvSpPr>
            <a:spLocks noGrp="1"/>
          </p:cNvSpPr>
          <p:nvPr>
            <p:ph type="ftr" sz="quarter" idx="11"/>
          </p:nvPr>
        </p:nvSpPr>
        <p:spPr/>
        <p:txBody>
          <a:bodyPr/>
          <a:lstStyle/>
          <a:p>
            <a:r>
              <a:rPr lang="en-IN"/>
              <a:t>Name &amp; Department</a:t>
            </a:r>
          </a:p>
        </p:txBody>
      </p:sp>
      <p:sp>
        <p:nvSpPr>
          <p:cNvPr id="5" name="Slide Number Placeholder 4"/>
          <p:cNvSpPr>
            <a:spLocks noGrp="1"/>
          </p:cNvSpPr>
          <p:nvPr>
            <p:ph type="sldNum" sz="quarter" idx="12"/>
          </p:nvPr>
        </p:nvSpPr>
        <p:spPr/>
        <p:txBody>
          <a:bodyPr/>
          <a:lstStyle/>
          <a:p>
            <a:fld id="{886C7E85-9E79-4D8F-BA90-6BC7C66F7512}" type="slidenum">
              <a:rPr lang="en-IN" smtClean="0"/>
              <a:t>3</a:t>
            </a:fld>
            <a:endParaRPr lang="en-IN"/>
          </a:p>
        </p:txBody>
      </p:sp>
    </p:spTree>
    <p:extLst>
      <p:ext uri="{BB962C8B-B14F-4D97-AF65-F5344CB8AC3E}">
        <p14:creationId xmlns:p14="http://schemas.microsoft.com/office/powerpoint/2010/main" val="1594406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Project Overview</a:t>
            </a:r>
            <a:br>
              <a:rPr lang="en-US" b="1" dirty="0"/>
            </a:b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pPr lvl="0"/>
            <a:r>
              <a:rPr lang="en-US"/>
              <a:t>A full-stack web application built with Node.js, Express, MongoDB, and React (Vite+Tailwind). It integrates Razorpay and Cashfree for automated water dispensing and digital billing.</a:t>
            </a:r>
            <a:endParaRPr lang="en-IN" dirty="0"/>
          </a:p>
        </p:txBody>
      </p:sp>
      <p:sp>
        <p:nvSpPr>
          <p:cNvPr id="4" name="Footer Placeholder 3"/>
          <p:cNvSpPr>
            <a:spLocks noGrp="1"/>
          </p:cNvSpPr>
          <p:nvPr>
            <p:ph type="ftr" sz="quarter" idx="11"/>
          </p:nvPr>
        </p:nvSpPr>
        <p:spPr/>
        <p:txBody>
          <a:bodyPr/>
          <a:lstStyle/>
          <a:p>
            <a:r>
              <a:rPr lang="en-IN"/>
              <a:t>Name &amp; Department</a:t>
            </a:r>
          </a:p>
        </p:txBody>
      </p:sp>
      <p:sp>
        <p:nvSpPr>
          <p:cNvPr id="5" name="Slide Number Placeholder 4"/>
          <p:cNvSpPr>
            <a:spLocks noGrp="1"/>
          </p:cNvSpPr>
          <p:nvPr>
            <p:ph type="sldNum" sz="quarter" idx="12"/>
          </p:nvPr>
        </p:nvSpPr>
        <p:spPr/>
        <p:txBody>
          <a:bodyPr/>
          <a:lstStyle/>
          <a:p>
            <a:fld id="{886C7E85-9E79-4D8F-BA90-6BC7C66F7512}" type="slidenum">
              <a:rPr lang="en-IN" smtClean="0"/>
              <a:t>4</a:t>
            </a:fld>
            <a:endParaRPr lang="en-IN"/>
          </a:p>
        </p:txBody>
      </p:sp>
      <p:pic>
        <p:nvPicPr>
          <p:cNvPr id="7" name="Picture 6">
            <a:extLst>
              <a:ext uri="{FF2B5EF4-FFF2-40B4-BE49-F238E27FC236}">
                <a16:creationId xmlns:a16="http://schemas.microsoft.com/office/drawing/2014/main" id="{FCABC8D9-921F-4F7C-9E91-8FC4D456FEF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80000" y="1905000"/>
            <a:ext cx="3810000" cy="3810000"/>
          </a:xfrm>
          <a:prstGeom prst="rect">
            <a:avLst/>
          </a:prstGeom>
        </p:spPr>
      </p:pic>
    </p:spTree>
    <p:extLst>
      <p:ext uri="{BB962C8B-B14F-4D97-AF65-F5344CB8AC3E}">
        <p14:creationId xmlns:p14="http://schemas.microsoft.com/office/powerpoint/2010/main" val="4009853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t>- Automate digital billing and payment collection.
- Eliminate manual cash handling.
- Implement real-time transaction processing.
- Develop a responsive and accessible user interface.</a:t>
            </a:r>
            <a:endParaRPr lang="en-US" dirty="0"/>
          </a:p>
        </p:txBody>
      </p:sp>
      <p:sp>
        <p:nvSpPr>
          <p:cNvPr id="4" name="Footer Placeholder 3"/>
          <p:cNvSpPr>
            <a:spLocks noGrp="1"/>
          </p:cNvSpPr>
          <p:nvPr>
            <p:ph type="ftr" sz="quarter" idx="11"/>
          </p:nvPr>
        </p:nvSpPr>
        <p:spPr/>
        <p:txBody>
          <a:bodyPr/>
          <a:lstStyle/>
          <a:p>
            <a:r>
              <a:rPr lang="en-IN"/>
              <a:t>Name &amp; Department</a:t>
            </a:r>
          </a:p>
        </p:txBody>
      </p:sp>
      <p:sp>
        <p:nvSpPr>
          <p:cNvPr id="5" name="Slide Number Placeholder 4"/>
          <p:cNvSpPr>
            <a:spLocks noGrp="1"/>
          </p:cNvSpPr>
          <p:nvPr>
            <p:ph type="sldNum" sz="quarter" idx="12"/>
          </p:nvPr>
        </p:nvSpPr>
        <p:spPr/>
        <p:txBody>
          <a:bodyPr/>
          <a:lstStyle/>
          <a:p>
            <a:fld id="{886C7E85-9E79-4D8F-BA90-6BC7C66F7512}" type="slidenum">
              <a:rPr lang="en-IN" smtClean="0"/>
              <a:t>5</a:t>
            </a:fld>
            <a:endParaRPr lang="en-IN"/>
          </a:p>
        </p:txBody>
      </p:sp>
    </p:spTree>
    <p:extLst>
      <p:ext uri="{BB962C8B-B14F-4D97-AF65-F5344CB8AC3E}">
        <p14:creationId xmlns:p14="http://schemas.microsoft.com/office/powerpoint/2010/main" val="4065615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Results and Findings</a:t>
            </a:r>
            <a:br>
              <a:rPr lang="en-US" b="1" dirty="0"/>
            </a:b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t>Successfully implemented a reliable smart water management system. Fully integrated Razorpay and Cashfree for zero-latency payments. Developed an intuitive React frontend and a secure Node/Express backend.</a:t>
            </a:r>
            <a:endParaRPr lang="en-IN" dirty="0"/>
          </a:p>
        </p:txBody>
      </p:sp>
      <p:sp>
        <p:nvSpPr>
          <p:cNvPr id="4" name="Footer Placeholder 3"/>
          <p:cNvSpPr>
            <a:spLocks noGrp="1"/>
          </p:cNvSpPr>
          <p:nvPr>
            <p:ph type="ftr" sz="quarter" idx="11"/>
          </p:nvPr>
        </p:nvSpPr>
        <p:spPr/>
        <p:txBody>
          <a:bodyPr/>
          <a:lstStyle/>
          <a:p>
            <a:r>
              <a:rPr lang="en-IN"/>
              <a:t>Name &amp; Department</a:t>
            </a:r>
          </a:p>
        </p:txBody>
      </p:sp>
      <p:sp>
        <p:nvSpPr>
          <p:cNvPr id="5" name="Slide Number Placeholder 4"/>
          <p:cNvSpPr>
            <a:spLocks noGrp="1"/>
          </p:cNvSpPr>
          <p:nvPr>
            <p:ph type="sldNum" sz="quarter" idx="12"/>
          </p:nvPr>
        </p:nvSpPr>
        <p:spPr/>
        <p:txBody>
          <a:bodyPr/>
          <a:lstStyle/>
          <a:p>
            <a:fld id="{886C7E85-9E79-4D8F-BA90-6BC7C66F7512}" type="slidenum">
              <a:rPr lang="en-IN" smtClean="0"/>
              <a:t>6</a:t>
            </a:fld>
            <a:endParaRPr lang="en-IN"/>
          </a:p>
        </p:txBody>
      </p:sp>
      <p:pic>
        <p:nvPicPr>
          <p:cNvPr id="7" name="Picture 6">
            <a:extLst>
              <a:ext uri="{FF2B5EF4-FFF2-40B4-BE49-F238E27FC236}">
                <a16:creationId xmlns:a16="http://schemas.microsoft.com/office/drawing/2014/main" id="{A946FE57-7D65-50C1-4379-92723532CFE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80000" y="1905000"/>
            <a:ext cx="3810000" cy="3810000"/>
          </a:xfrm>
          <a:prstGeom prst="rect">
            <a:avLst/>
          </a:prstGeom>
        </p:spPr>
      </p:pic>
    </p:spTree>
    <p:extLst>
      <p:ext uri="{BB962C8B-B14F-4D97-AF65-F5344CB8AC3E}">
        <p14:creationId xmlns:p14="http://schemas.microsoft.com/office/powerpoint/2010/main" val="3464378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Analysis and Discussion</a:t>
            </a:r>
            <a:br>
              <a:rPr lang="en-US" b="1" dirty="0"/>
            </a:br>
            <a:endParaRPr lang="en-IN" b="1"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t>The integration of digital payment gateways significantly reduced operational overhead. Challenges included ensuring secure transaction verification and providing real-time feedback, resolved using robust Express APIs and MongoDB.</a:t>
            </a:r>
            <a:endParaRPr lang="en-IN" dirty="0"/>
          </a:p>
        </p:txBody>
      </p:sp>
      <p:sp>
        <p:nvSpPr>
          <p:cNvPr id="4" name="Footer Placeholder 3"/>
          <p:cNvSpPr>
            <a:spLocks noGrp="1"/>
          </p:cNvSpPr>
          <p:nvPr>
            <p:ph type="ftr" sz="quarter" idx="11"/>
          </p:nvPr>
        </p:nvSpPr>
        <p:spPr/>
        <p:txBody>
          <a:bodyPr/>
          <a:lstStyle/>
          <a:p>
            <a:r>
              <a:rPr lang="en-IN"/>
              <a:t>Name &amp; Department</a:t>
            </a:r>
          </a:p>
        </p:txBody>
      </p:sp>
      <p:sp>
        <p:nvSpPr>
          <p:cNvPr id="5" name="Slide Number Placeholder 4"/>
          <p:cNvSpPr>
            <a:spLocks noGrp="1"/>
          </p:cNvSpPr>
          <p:nvPr>
            <p:ph type="sldNum" sz="quarter" idx="12"/>
          </p:nvPr>
        </p:nvSpPr>
        <p:spPr/>
        <p:txBody>
          <a:bodyPr/>
          <a:lstStyle/>
          <a:p>
            <a:fld id="{886C7E85-9E79-4D8F-BA90-6BC7C66F7512}" type="slidenum">
              <a:rPr lang="en-IN" smtClean="0"/>
              <a:t>7</a:t>
            </a:fld>
            <a:endParaRPr lang="en-IN"/>
          </a:p>
        </p:txBody>
      </p:sp>
    </p:spTree>
    <p:extLst>
      <p:ext uri="{BB962C8B-B14F-4D97-AF65-F5344CB8AC3E}">
        <p14:creationId xmlns:p14="http://schemas.microsoft.com/office/powerpoint/2010/main" val="1798637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 of Internship</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t>Learned full-stack web development (MERN stack). Gained practical experience in integrating third-party payment gateways (Razorpay, Cashfree) and building scalable backend architectures.</a:t>
            </a:r>
            <a:endParaRPr lang="en-IN" dirty="0"/>
          </a:p>
        </p:txBody>
      </p:sp>
      <p:sp>
        <p:nvSpPr>
          <p:cNvPr id="4" name="Footer Placeholder 3"/>
          <p:cNvSpPr>
            <a:spLocks noGrp="1"/>
          </p:cNvSpPr>
          <p:nvPr>
            <p:ph type="ftr" sz="quarter" idx="11"/>
          </p:nvPr>
        </p:nvSpPr>
        <p:spPr/>
        <p:txBody>
          <a:bodyPr/>
          <a:lstStyle/>
          <a:p>
            <a:r>
              <a:rPr lang="en-IN"/>
              <a:t>Name &amp; Department</a:t>
            </a:r>
          </a:p>
        </p:txBody>
      </p:sp>
      <p:sp>
        <p:nvSpPr>
          <p:cNvPr id="5" name="Slide Number Placeholder 4"/>
          <p:cNvSpPr>
            <a:spLocks noGrp="1"/>
          </p:cNvSpPr>
          <p:nvPr>
            <p:ph type="sldNum" sz="quarter" idx="12"/>
          </p:nvPr>
        </p:nvSpPr>
        <p:spPr/>
        <p:txBody>
          <a:bodyPr/>
          <a:lstStyle/>
          <a:p>
            <a:fld id="{886C7E85-9E79-4D8F-BA90-6BC7C66F7512}" type="slidenum">
              <a:rPr lang="en-IN" smtClean="0"/>
              <a:t>8</a:t>
            </a:fld>
            <a:endParaRPr lang="en-IN"/>
          </a:p>
        </p:txBody>
      </p:sp>
    </p:spTree>
    <p:extLst>
      <p:ext uri="{BB962C8B-B14F-4D97-AF65-F5344CB8AC3E}">
        <p14:creationId xmlns:p14="http://schemas.microsoft.com/office/powerpoint/2010/main" val="944268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Conclusion</a:t>
            </a:r>
            <a:br>
              <a:rPr lang="en-US" b="1" dirty="0"/>
            </a:b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t>The Water Dispension system successfully bridges physical utilities with digital convenience. The project provided invaluable industry experience in full-stack development and modern application architecture.</a:t>
            </a:r>
            <a:endParaRPr lang="en-IN" dirty="0"/>
          </a:p>
        </p:txBody>
      </p:sp>
      <p:sp>
        <p:nvSpPr>
          <p:cNvPr id="4" name="Footer Placeholder 3"/>
          <p:cNvSpPr>
            <a:spLocks noGrp="1"/>
          </p:cNvSpPr>
          <p:nvPr>
            <p:ph type="ftr" sz="quarter" idx="11"/>
          </p:nvPr>
        </p:nvSpPr>
        <p:spPr/>
        <p:txBody>
          <a:bodyPr/>
          <a:lstStyle/>
          <a:p>
            <a:r>
              <a:rPr lang="en-IN"/>
              <a:t>Name &amp; Department</a:t>
            </a:r>
          </a:p>
        </p:txBody>
      </p:sp>
      <p:sp>
        <p:nvSpPr>
          <p:cNvPr id="5" name="Slide Number Placeholder 4"/>
          <p:cNvSpPr>
            <a:spLocks noGrp="1"/>
          </p:cNvSpPr>
          <p:nvPr>
            <p:ph type="sldNum" sz="quarter" idx="12"/>
          </p:nvPr>
        </p:nvSpPr>
        <p:spPr/>
        <p:txBody>
          <a:bodyPr/>
          <a:lstStyle/>
          <a:p>
            <a:fld id="{886C7E85-9E79-4D8F-BA90-6BC7C66F7512}" type="slidenum">
              <a:rPr lang="en-IN" smtClean="0"/>
              <a:t>9</a:t>
            </a:fld>
            <a:endParaRPr lang="en-IN"/>
          </a:p>
        </p:txBody>
      </p:sp>
    </p:spTree>
    <p:extLst>
      <p:ext uri="{BB962C8B-B14F-4D97-AF65-F5344CB8AC3E}">
        <p14:creationId xmlns:p14="http://schemas.microsoft.com/office/powerpoint/2010/main" val="2606718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Future Directions &amp; Advanced Internships</a:t>
            </a:r>
            <a:endParaRPr lang="en-IN" dirty="0"/>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r>
              <a:rPr lang="en-US"/>
              <a:t>Future improvements include IoT integration for hardware-level dispensing control, advanced analytics for water usage tracking, and a dedicated mobile application for greater user accessibility.</a:t>
            </a:r>
            <a:endParaRPr lang="en-IN" dirty="0"/>
          </a:p>
        </p:txBody>
      </p:sp>
      <p:sp>
        <p:nvSpPr>
          <p:cNvPr id="4" name="Footer Placeholder 3"/>
          <p:cNvSpPr>
            <a:spLocks noGrp="1"/>
          </p:cNvSpPr>
          <p:nvPr>
            <p:ph type="ftr" sz="quarter" idx="11"/>
          </p:nvPr>
        </p:nvSpPr>
        <p:spPr/>
        <p:txBody>
          <a:bodyPr/>
          <a:lstStyle/>
          <a:p>
            <a:r>
              <a:rPr lang="en-IN"/>
              <a:t>Name &amp; Department</a:t>
            </a:r>
          </a:p>
        </p:txBody>
      </p:sp>
      <p:sp>
        <p:nvSpPr>
          <p:cNvPr id="5" name="Slide Number Placeholder 4"/>
          <p:cNvSpPr>
            <a:spLocks noGrp="1"/>
          </p:cNvSpPr>
          <p:nvPr>
            <p:ph type="sldNum" sz="quarter" idx="12"/>
          </p:nvPr>
        </p:nvSpPr>
        <p:spPr/>
        <p:txBody>
          <a:bodyPr/>
          <a:lstStyle/>
          <a:p>
            <a:fld id="{886C7E85-9E79-4D8F-BA90-6BC7C66F7512}" type="slidenum">
              <a:rPr lang="en-IN" smtClean="0"/>
              <a:t>10</a:t>
            </a:fld>
            <a:endParaRPr lang="en-IN"/>
          </a:p>
        </p:txBody>
      </p:sp>
      <p:pic>
        <p:nvPicPr>
          <p:cNvPr id="7" name="Picture 6">
            <a:extLst>
              <a:ext uri="{FF2B5EF4-FFF2-40B4-BE49-F238E27FC236}">
                <a16:creationId xmlns:a16="http://schemas.microsoft.com/office/drawing/2014/main" id="{C0673DF8-80B4-631F-7191-05C2ED5ABB8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80000" y="1905000"/>
            <a:ext cx="3810000" cy="3810000"/>
          </a:xfrm>
          <a:prstGeom prst="rect">
            <a:avLst/>
          </a:prstGeom>
        </p:spPr>
      </p:pic>
    </p:spTree>
    <p:extLst>
      <p:ext uri="{BB962C8B-B14F-4D97-AF65-F5344CB8AC3E}">
        <p14:creationId xmlns:p14="http://schemas.microsoft.com/office/powerpoint/2010/main" val="4205069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61494" y="2832346"/>
            <a:ext cx="5521568" cy="923330"/>
          </a:xfrm>
          <a:prstGeom prst="rect">
            <a:avLst/>
          </a:prstGeom>
          <a:noFill/>
        </p:spPr>
        <p:txBody>
          <a:bodyPr wrap="square" lIns="91440" tIns="45720" rIns="91440" bIns="45720">
            <a:spAutoFit/>
          </a:bodyPr>
          <a:lstStyle/>
          <a:p>
            <a:pPr algn="ctr"/>
            <a:r>
              <a:rPr 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THANK YOU</a:t>
            </a:r>
          </a:p>
        </p:txBody>
      </p:sp>
      <p:sp>
        <p:nvSpPr>
          <p:cNvPr id="2" name="Footer Placeholder 1"/>
          <p:cNvSpPr>
            <a:spLocks noGrp="1"/>
          </p:cNvSpPr>
          <p:nvPr>
            <p:ph type="ftr" sz="quarter" idx="11"/>
          </p:nvPr>
        </p:nvSpPr>
        <p:spPr/>
        <p:txBody>
          <a:bodyPr/>
          <a:lstStyle/>
          <a:p>
            <a:r>
              <a:rPr lang="en-IN"/>
              <a:t>Name &amp; Department</a:t>
            </a:r>
          </a:p>
        </p:txBody>
      </p:sp>
      <p:sp>
        <p:nvSpPr>
          <p:cNvPr id="3" name="Slide Number Placeholder 2"/>
          <p:cNvSpPr>
            <a:spLocks noGrp="1"/>
          </p:cNvSpPr>
          <p:nvPr>
            <p:ph type="sldNum" sz="quarter" idx="12"/>
          </p:nvPr>
        </p:nvSpPr>
        <p:spPr/>
        <p:txBody>
          <a:bodyPr/>
          <a:lstStyle/>
          <a:p>
            <a:fld id="{886C7E85-9E79-4D8F-BA90-6BC7C66F7512}" type="slidenum">
              <a:rPr lang="en-IN" smtClean="0"/>
              <a:t>11</a:t>
            </a:fld>
            <a:endParaRPr lang="en-IN"/>
          </a:p>
        </p:txBody>
      </p:sp>
    </p:spTree>
    <p:extLst>
      <p:ext uri="{BB962C8B-B14F-4D97-AF65-F5344CB8AC3E}">
        <p14:creationId xmlns:p14="http://schemas.microsoft.com/office/powerpoint/2010/main" val="11700737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145</TotalTime>
  <Words>353</Words>
  <Application>Microsoft Office PowerPoint</Application>
  <PresentationFormat>Widescreen</PresentationFormat>
  <Paragraphs>48</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WATER DISPENSION SYSTEM</vt:lpstr>
      <vt:lpstr>CONTENT</vt:lpstr>
      <vt:lpstr>Introduction</vt:lpstr>
      <vt:lpstr>Project Overview </vt:lpstr>
      <vt:lpstr>Objectives</vt:lpstr>
      <vt:lpstr>Results and Findings </vt:lpstr>
      <vt:lpstr>Analysis and Discussion </vt:lpstr>
      <vt:lpstr>Summary of Internship</vt:lpstr>
      <vt:lpstr>Conclusion </vt:lpstr>
      <vt:lpstr>Future Directions &amp; Advanced Internships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ASHIRBAD DAS</dc:creator>
  <cp:lastModifiedBy>JYOTIRANJAN BEHERA</cp:lastModifiedBy>
  <cp:revision>39</cp:revision>
  <dcterms:created xsi:type="dcterms:W3CDTF">2023-08-08T12:48:19Z</dcterms:created>
  <dcterms:modified xsi:type="dcterms:W3CDTF">2026-03-22T19:53:07Z</dcterms:modified>
</cp:coreProperties>
</file>